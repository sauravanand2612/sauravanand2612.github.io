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65" r:id="rId2"/>
    <p:sldId id="260" r:id="rId3"/>
    <p:sldId id="267" r:id="rId4"/>
    <p:sldId id="266" r:id="rId5"/>
    <p:sldId id="268" r:id="rId6"/>
    <p:sldId id="270" r:id="rId7"/>
    <p:sldId id="264" r:id="rId8"/>
    <p:sldId id="259" r:id="rId9"/>
    <p:sldId id="257" r:id="rId10"/>
    <p:sldId id="258" r:id="rId11"/>
    <p:sldId id="269" r:id="rId12"/>
    <p:sldId id="263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CC00"/>
    <a:srgbClr val="33CC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60CCD-BA28-408C-BBC0-2B4277F5A70B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CF6D67-9EDD-4DFE-A5D7-2778E3C49CEA}">
      <dgm:prSet phldrT="[Text]" custT="1"/>
      <dgm:spPr>
        <a:solidFill>
          <a:srgbClr val="FFB400"/>
        </a:solidFill>
      </dgm:spPr>
      <dgm:t>
        <a:bodyPr anchor="ctr"/>
        <a:lstStyle/>
        <a:p>
          <a:r>
            <a: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</a:t>
          </a:r>
        </a:p>
      </dgm:t>
    </dgm:pt>
    <dgm:pt modelId="{FB5953D9-002C-4226-A857-9E8D61E85439}" type="parTrans" cxnId="{9D5D7872-BBDE-479E-8DE0-B93229E5247F}">
      <dgm:prSet/>
      <dgm:spPr/>
      <dgm:t>
        <a:bodyPr/>
        <a:lstStyle/>
        <a:p>
          <a:endParaRPr lang="en-US"/>
        </a:p>
      </dgm:t>
    </dgm:pt>
    <dgm:pt modelId="{D8E5A74C-DD98-459D-8339-DA80478F0F43}" type="sibTrans" cxnId="{9D5D7872-BBDE-479E-8DE0-B93229E5247F}">
      <dgm:prSet/>
      <dgm:spPr/>
      <dgm:t>
        <a:bodyPr/>
        <a:lstStyle/>
        <a:p>
          <a:endParaRPr lang="en-US"/>
        </a:p>
      </dgm:t>
    </dgm:pt>
    <dgm:pt modelId="{0B0BCDB3-7C88-4D38-8DC3-3EBE596814F5}">
      <dgm:prSet phldrT="[Text]"/>
      <dgm:spPr>
        <a:ln>
          <a:solidFill>
            <a:srgbClr val="C48A00"/>
          </a:solidFill>
        </a:ln>
      </dgm:spPr>
      <dgm:t>
        <a:bodyPr/>
        <a:lstStyle/>
        <a:p>
          <a:endParaRPr lang="en-US" dirty="0"/>
        </a:p>
      </dgm:t>
    </dgm:pt>
    <dgm:pt modelId="{FE466423-2B58-4B4C-B8BF-E33FD27F7E34}" type="parTrans" cxnId="{7F593030-DF3B-4038-A40C-FF155629CE03}">
      <dgm:prSet/>
      <dgm:spPr/>
      <dgm:t>
        <a:bodyPr/>
        <a:lstStyle/>
        <a:p>
          <a:endParaRPr lang="en-US"/>
        </a:p>
      </dgm:t>
    </dgm:pt>
    <dgm:pt modelId="{8A2FB86F-A8ED-4FFB-831D-B23FD4E35927}" type="sibTrans" cxnId="{7F593030-DF3B-4038-A40C-FF155629CE03}">
      <dgm:prSet/>
      <dgm:spPr/>
      <dgm:t>
        <a:bodyPr/>
        <a:lstStyle/>
        <a:p>
          <a:endParaRPr lang="en-US"/>
        </a:p>
      </dgm:t>
    </dgm:pt>
    <dgm:pt modelId="{5EC4FBE5-BE98-4583-B32C-8A2B459BC4E1}">
      <dgm:prSet phldrT="[Text]" custT="1"/>
      <dgm:spPr>
        <a:solidFill>
          <a:srgbClr val="007A87"/>
        </a:solidFill>
      </dgm:spPr>
      <dgm:t>
        <a:bodyPr anchor="ctr"/>
        <a:lstStyle/>
        <a:p>
          <a:r>
            <a: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</a:t>
          </a:r>
        </a:p>
      </dgm:t>
    </dgm:pt>
    <dgm:pt modelId="{C5EEA724-E6E8-4F00-9CE1-CCC3B005B895}" type="parTrans" cxnId="{869B65D4-E8C4-4FF9-B829-2EE46B72DEAA}">
      <dgm:prSet/>
      <dgm:spPr/>
      <dgm:t>
        <a:bodyPr/>
        <a:lstStyle/>
        <a:p>
          <a:endParaRPr lang="en-US"/>
        </a:p>
      </dgm:t>
    </dgm:pt>
    <dgm:pt modelId="{41583990-A713-4CEE-9793-662EF2F342F9}" type="sibTrans" cxnId="{869B65D4-E8C4-4FF9-B829-2EE46B72DEAA}">
      <dgm:prSet/>
      <dgm:spPr/>
      <dgm:t>
        <a:bodyPr/>
        <a:lstStyle/>
        <a:p>
          <a:endParaRPr lang="en-US"/>
        </a:p>
      </dgm:t>
    </dgm:pt>
    <dgm:pt modelId="{33A38A9F-8253-4658-B668-4D129B2D310A}">
      <dgm:prSet phldrT="[Text]"/>
      <dgm:spPr>
        <a:ln>
          <a:solidFill>
            <a:srgbClr val="005E68"/>
          </a:solidFill>
        </a:ln>
      </dgm:spPr>
      <dgm:t>
        <a:bodyPr/>
        <a:lstStyle/>
        <a:p>
          <a:endParaRPr lang="en-US" dirty="0"/>
        </a:p>
      </dgm:t>
    </dgm:pt>
    <dgm:pt modelId="{F304865F-AFB9-4AF9-87C8-6CD9DF00C52B}" type="parTrans" cxnId="{372ADB03-0021-4676-8031-E6ADBC4D5A87}">
      <dgm:prSet/>
      <dgm:spPr/>
      <dgm:t>
        <a:bodyPr/>
        <a:lstStyle/>
        <a:p>
          <a:endParaRPr lang="en-US"/>
        </a:p>
      </dgm:t>
    </dgm:pt>
    <dgm:pt modelId="{4B1EED7E-7326-41B0-B38C-2E00B2EAC13B}" type="sibTrans" cxnId="{372ADB03-0021-4676-8031-E6ADBC4D5A87}">
      <dgm:prSet/>
      <dgm:spPr/>
      <dgm:t>
        <a:bodyPr/>
        <a:lstStyle/>
        <a:p>
          <a:endParaRPr lang="en-US"/>
        </a:p>
      </dgm:t>
    </dgm:pt>
    <dgm:pt modelId="{2226267B-3ECE-48AF-A966-3A7D347FFE66}">
      <dgm:prSet phldrT="[Text]" custT="1"/>
      <dgm:spPr>
        <a:solidFill>
          <a:srgbClr val="7B0051"/>
        </a:solidFill>
      </dgm:spPr>
      <dgm:t>
        <a:bodyPr anchor="ctr"/>
        <a:lstStyle/>
        <a:p>
          <a:r>
            <a: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</a:t>
          </a:r>
        </a:p>
      </dgm:t>
    </dgm:pt>
    <dgm:pt modelId="{A257F058-C40F-4ECD-BA81-022993CA7C11}" type="parTrans" cxnId="{2641DC68-2858-4FBB-9089-69AF3D56C653}">
      <dgm:prSet/>
      <dgm:spPr/>
      <dgm:t>
        <a:bodyPr/>
        <a:lstStyle/>
        <a:p>
          <a:endParaRPr lang="en-US"/>
        </a:p>
      </dgm:t>
    </dgm:pt>
    <dgm:pt modelId="{470D5D98-BBF2-46EB-8F8B-895B2F6FBDA5}" type="sibTrans" cxnId="{2641DC68-2858-4FBB-9089-69AF3D56C653}">
      <dgm:prSet/>
      <dgm:spPr/>
      <dgm:t>
        <a:bodyPr/>
        <a:lstStyle/>
        <a:p>
          <a:endParaRPr lang="en-US"/>
        </a:p>
      </dgm:t>
    </dgm:pt>
    <dgm:pt modelId="{72BB91C3-7DA6-46B7-8C2C-31DABDBBC46B}">
      <dgm:prSet phldrT="[Text]"/>
      <dgm:spPr>
        <a:ln>
          <a:solidFill>
            <a:srgbClr val="5F003E"/>
          </a:solidFill>
        </a:ln>
      </dgm:spPr>
      <dgm:t>
        <a:bodyPr/>
        <a:lstStyle/>
        <a:p>
          <a:endParaRPr lang="en-US" dirty="0"/>
        </a:p>
      </dgm:t>
    </dgm:pt>
    <dgm:pt modelId="{2DFDAA00-ED37-4FD5-8A20-3E4151F45143}" type="parTrans" cxnId="{9F755184-BD32-4113-A085-92BE3C5932AF}">
      <dgm:prSet/>
      <dgm:spPr/>
      <dgm:t>
        <a:bodyPr/>
        <a:lstStyle/>
        <a:p>
          <a:endParaRPr lang="en-US"/>
        </a:p>
      </dgm:t>
    </dgm:pt>
    <dgm:pt modelId="{592860B0-2C0C-499C-84BC-2664A7A9C64B}" type="sibTrans" cxnId="{9F755184-BD32-4113-A085-92BE3C5932AF}">
      <dgm:prSet/>
      <dgm:spPr/>
      <dgm:t>
        <a:bodyPr/>
        <a:lstStyle/>
        <a:p>
          <a:endParaRPr lang="en-US"/>
        </a:p>
      </dgm:t>
    </dgm:pt>
    <dgm:pt modelId="{36988943-4723-4906-99BC-F64905DA2543}">
      <dgm:prSet phldrT="[Text]" custT="1"/>
      <dgm:spPr>
        <a:solidFill>
          <a:srgbClr val="6CAC57"/>
        </a:solidFill>
      </dgm:spPr>
      <dgm:t>
        <a:bodyPr anchor="ctr"/>
        <a:lstStyle/>
        <a:p>
          <a:r>
            <a: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</a:t>
          </a:r>
        </a:p>
      </dgm:t>
    </dgm:pt>
    <dgm:pt modelId="{2D9AD708-4627-4EA1-B269-B076B90A9A6D}" type="parTrans" cxnId="{11973BFF-828A-4FE7-B3C5-14AB6BABEE7B}">
      <dgm:prSet/>
      <dgm:spPr/>
      <dgm:t>
        <a:bodyPr/>
        <a:lstStyle/>
        <a:p>
          <a:endParaRPr lang="en-US"/>
        </a:p>
      </dgm:t>
    </dgm:pt>
    <dgm:pt modelId="{DD403A73-F81E-4284-979B-77BBCE44D480}" type="sibTrans" cxnId="{11973BFF-828A-4FE7-B3C5-14AB6BABEE7B}">
      <dgm:prSet/>
      <dgm:spPr/>
      <dgm:t>
        <a:bodyPr/>
        <a:lstStyle/>
        <a:p>
          <a:endParaRPr lang="en-US"/>
        </a:p>
      </dgm:t>
    </dgm:pt>
    <dgm:pt modelId="{EF31ED8E-3FA4-43EA-AE5B-8513FB6A58B2}">
      <dgm:prSet phldrT="[Text]"/>
      <dgm:spPr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n-US" dirty="0"/>
        </a:p>
      </dgm:t>
    </dgm:pt>
    <dgm:pt modelId="{BAA4AB56-DD93-48F5-B7B7-083CCC038EA4}" type="parTrans" cxnId="{DFC93D12-2348-4971-A685-336DB87D1479}">
      <dgm:prSet/>
      <dgm:spPr/>
      <dgm:t>
        <a:bodyPr/>
        <a:lstStyle/>
        <a:p>
          <a:endParaRPr lang="en-US"/>
        </a:p>
      </dgm:t>
    </dgm:pt>
    <dgm:pt modelId="{D352EDA5-DE32-4E65-BE55-48670A5B631E}" type="sibTrans" cxnId="{DFC93D12-2348-4971-A685-336DB87D1479}">
      <dgm:prSet/>
      <dgm:spPr/>
      <dgm:t>
        <a:bodyPr/>
        <a:lstStyle/>
        <a:p>
          <a:endParaRPr lang="en-US"/>
        </a:p>
      </dgm:t>
    </dgm:pt>
    <dgm:pt modelId="{5F759B16-C7EE-44B5-8913-CACB4D8FBEA2}" type="pres">
      <dgm:prSet presAssocID="{D1860CCD-BA28-408C-BBC0-2B4277F5A70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C212980A-EB1A-4B5A-9A18-0806BFA5C7E2}" type="pres">
      <dgm:prSet presAssocID="{D1860CCD-BA28-408C-BBC0-2B4277F5A70B}" presName="children" presStyleCnt="0"/>
      <dgm:spPr/>
    </dgm:pt>
    <dgm:pt modelId="{DCB78E1C-944B-4DED-95DD-BF97B1030EA6}" type="pres">
      <dgm:prSet presAssocID="{D1860CCD-BA28-408C-BBC0-2B4277F5A70B}" presName="child1group" presStyleCnt="0"/>
      <dgm:spPr/>
    </dgm:pt>
    <dgm:pt modelId="{2524CCAA-ABD7-4DC1-BEA8-8FE378C9937F}" type="pres">
      <dgm:prSet presAssocID="{D1860CCD-BA28-408C-BBC0-2B4277F5A70B}" presName="child1" presStyleLbl="bgAcc1" presStyleIdx="0" presStyleCnt="4" custScaleX="102926" custScaleY="146990" custLinFactNeighborX="-16780" custLinFactNeighborY="7530"/>
      <dgm:spPr/>
    </dgm:pt>
    <dgm:pt modelId="{B6C2DC6D-FB45-4B12-8623-257F1B990D8F}" type="pres">
      <dgm:prSet presAssocID="{D1860CCD-BA28-408C-BBC0-2B4277F5A70B}" presName="child1Text" presStyleLbl="bgAcc1" presStyleIdx="0" presStyleCnt="4">
        <dgm:presLayoutVars>
          <dgm:bulletEnabled val="1"/>
        </dgm:presLayoutVars>
      </dgm:prSet>
      <dgm:spPr/>
    </dgm:pt>
    <dgm:pt modelId="{A9170473-F9E9-47F6-A54B-21D9CA74AF3F}" type="pres">
      <dgm:prSet presAssocID="{D1860CCD-BA28-408C-BBC0-2B4277F5A70B}" presName="child2group" presStyleCnt="0"/>
      <dgm:spPr/>
    </dgm:pt>
    <dgm:pt modelId="{74420F7F-254F-40A7-9CBC-4BA593DEB150}" type="pres">
      <dgm:prSet presAssocID="{D1860CCD-BA28-408C-BBC0-2B4277F5A70B}" presName="child2" presStyleLbl="bgAcc1" presStyleIdx="1" presStyleCnt="4" custScaleY="147017" custLinFactNeighborX="14878" custLinFactNeighborY="8049"/>
      <dgm:spPr/>
    </dgm:pt>
    <dgm:pt modelId="{E4EC44BA-8B15-4AF1-8E29-7B12EA23ED3D}" type="pres">
      <dgm:prSet presAssocID="{D1860CCD-BA28-408C-BBC0-2B4277F5A70B}" presName="child2Text" presStyleLbl="bgAcc1" presStyleIdx="1" presStyleCnt="4">
        <dgm:presLayoutVars>
          <dgm:bulletEnabled val="1"/>
        </dgm:presLayoutVars>
      </dgm:prSet>
      <dgm:spPr/>
    </dgm:pt>
    <dgm:pt modelId="{A6416602-D300-421C-B7E9-801A9411BEBE}" type="pres">
      <dgm:prSet presAssocID="{D1860CCD-BA28-408C-BBC0-2B4277F5A70B}" presName="child3group" presStyleCnt="0"/>
      <dgm:spPr/>
    </dgm:pt>
    <dgm:pt modelId="{74AE3D1D-D237-47A0-8089-2D0D818D4570}" type="pres">
      <dgm:prSet presAssocID="{D1860CCD-BA28-408C-BBC0-2B4277F5A70B}" presName="child3" presStyleLbl="bgAcc1" presStyleIdx="2" presStyleCnt="4" custScaleY="140565" custLinFactNeighborX="11933" custLinFactNeighborY="-28668"/>
      <dgm:spPr/>
    </dgm:pt>
    <dgm:pt modelId="{0BD2B5AF-700D-440E-B74F-289977420F8B}" type="pres">
      <dgm:prSet presAssocID="{D1860CCD-BA28-408C-BBC0-2B4277F5A70B}" presName="child3Text" presStyleLbl="bgAcc1" presStyleIdx="2" presStyleCnt="4">
        <dgm:presLayoutVars>
          <dgm:bulletEnabled val="1"/>
        </dgm:presLayoutVars>
      </dgm:prSet>
      <dgm:spPr/>
    </dgm:pt>
    <dgm:pt modelId="{7653CFA5-9ACF-484B-8D99-AE2EEA49ED5C}" type="pres">
      <dgm:prSet presAssocID="{D1860CCD-BA28-408C-BBC0-2B4277F5A70B}" presName="child4group" presStyleCnt="0"/>
      <dgm:spPr/>
    </dgm:pt>
    <dgm:pt modelId="{392623A5-9295-460D-8068-1C83B78FB2DC}" type="pres">
      <dgm:prSet presAssocID="{D1860CCD-BA28-408C-BBC0-2B4277F5A70B}" presName="child4" presStyleLbl="bgAcc1" presStyleIdx="3" presStyleCnt="4" custScaleY="145448" custLinFactNeighborX="-10361" custLinFactNeighborY="-34722"/>
      <dgm:spPr/>
    </dgm:pt>
    <dgm:pt modelId="{4D7F3628-07D5-42F5-8BE0-7939157A757C}" type="pres">
      <dgm:prSet presAssocID="{D1860CCD-BA28-408C-BBC0-2B4277F5A70B}" presName="child4Text" presStyleLbl="bgAcc1" presStyleIdx="3" presStyleCnt="4">
        <dgm:presLayoutVars>
          <dgm:bulletEnabled val="1"/>
        </dgm:presLayoutVars>
      </dgm:prSet>
      <dgm:spPr/>
    </dgm:pt>
    <dgm:pt modelId="{C58584E6-2D0C-42E7-8B0C-A464676166B7}" type="pres">
      <dgm:prSet presAssocID="{D1860CCD-BA28-408C-BBC0-2B4277F5A70B}" presName="childPlaceholder" presStyleCnt="0"/>
      <dgm:spPr/>
    </dgm:pt>
    <dgm:pt modelId="{F8437D06-4DCC-44B9-9309-55CBDAE5BDE6}" type="pres">
      <dgm:prSet presAssocID="{D1860CCD-BA28-408C-BBC0-2B4277F5A70B}" presName="circle" presStyleCnt="0"/>
      <dgm:spPr/>
    </dgm:pt>
    <dgm:pt modelId="{21CB604F-6C5A-45FF-83CC-EB9D98AC2317}" type="pres">
      <dgm:prSet presAssocID="{D1860CCD-BA28-408C-BBC0-2B4277F5A70B}" presName="quadrant1" presStyleLbl="node1" presStyleIdx="0" presStyleCnt="4" custScaleX="68487" custScaleY="65232" custLinFactNeighborX="13907" custLinFactNeighborY="8554">
        <dgm:presLayoutVars>
          <dgm:chMax val="1"/>
          <dgm:bulletEnabled val="1"/>
        </dgm:presLayoutVars>
      </dgm:prSet>
      <dgm:spPr/>
    </dgm:pt>
    <dgm:pt modelId="{18807D2F-AC33-4BAA-8589-87BCF70CD833}" type="pres">
      <dgm:prSet presAssocID="{D1860CCD-BA28-408C-BBC0-2B4277F5A70B}" presName="quadrant2" presStyleLbl="node1" presStyleIdx="1" presStyleCnt="4" custScaleX="74766" custScaleY="66859" custLinFactNeighborX="-19144" custLinFactNeighborY="9368">
        <dgm:presLayoutVars>
          <dgm:chMax val="1"/>
          <dgm:bulletEnabled val="1"/>
        </dgm:presLayoutVars>
      </dgm:prSet>
      <dgm:spPr/>
    </dgm:pt>
    <dgm:pt modelId="{95740345-DEB8-4CC8-BAFA-122E50436D60}" type="pres">
      <dgm:prSet presAssocID="{D1860CCD-BA28-408C-BBC0-2B4277F5A70B}" presName="quadrant3" presStyleLbl="node1" presStyleIdx="2" presStyleCnt="4" custScaleX="74331" custScaleY="61971" custLinFactNeighborX="-19361" custLinFactNeighborY="-32177">
        <dgm:presLayoutVars>
          <dgm:chMax val="1"/>
          <dgm:bulletEnabled val="1"/>
        </dgm:presLayoutVars>
      </dgm:prSet>
      <dgm:spPr/>
    </dgm:pt>
    <dgm:pt modelId="{458CABFA-01A6-4779-8CAC-F31F7A98F7F0}" type="pres">
      <dgm:prSet presAssocID="{D1860CCD-BA28-408C-BBC0-2B4277F5A70B}" presName="quadrant4" presStyleLbl="node1" presStyleIdx="3" presStyleCnt="4" custScaleX="69044" custScaleY="61972" custLinFactNeighborX="13565" custLinFactNeighborY="-32178">
        <dgm:presLayoutVars>
          <dgm:chMax val="1"/>
          <dgm:bulletEnabled val="1"/>
        </dgm:presLayoutVars>
      </dgm:prSet>
      <dgm:spPr/>
    </dgm:pt>
    <dgm:pt modelId="{5133B884-ED1D-49C8-8E29-465E71502E84}" type="pres">
      <dgm:prSet presAssocID="{D1860CCD-BA28-408C-BBC0-2B4277F5A70B}" presName="quadrantPlaceholder" presStyleCnt="0"/>
      <dgm:spPr/>
    </dgm:pt>
    <dgm:pt modelId="{E5A81619-773C-4781-8323-2EE272EC4FB2}" type="pres">
      <dgm:prSet presAssocID="{D1860CCD-BA28-408C-BBC0-2B4277F5A70B}" presName="center1" presStyleLbl="fgShp" presStyleIdx="0" presStyleCnt="2" custScaleX="40966" custScaleY="41863" custLinFactNeighborX="-11999" custLinFactNeighborY="-19175"/>
      <dgm:spPr>
        <a:solidFill>
          <a:srgbClr val="FF5A5F"/>
        </a:solidFill>
      </dgm:spPr>
    </dgm:pt>
    <dgm:pt modelId="{35DC1333-E570-45E1-AEFA-90AD7AFD6763}" type="pres">
      <dgm:prSet presAssocID="{D1860CCD-BA28-408C-BBC0-2B4277F5A70B}" presName="center2" presStyleLbl="fgShp" presStyleIdx="1" presStyleCnt="2" custScaleX="40427" custScaleY="43065" custLinFactNeighborX="-11730" custLinFactNeighborY="-46307"/>
      <dgm:spPr>
        <a:solidFill>
          <a:srgbClr val="FF5A5F"/>
        </a:solidFill>
      </dgm:spPr>
    </dgm:pt>
  </dgm:ptLst>
  <dgm:cxnLst>
    <dgm:cxn modelId="{372ADB03-0021-4676-8031-E6ADBC4D5A87}" srcId="{5EC4FBE5-BE98-4583-B32C-8A2B459BC4E1}" destId="{33A38A9F-8253-4658-B668-4D129B2D310A}" srcOrd="0" destOrd="0" parTransId="{F304865F-AFB9-4AF9-87C8-6CD9DF00C52B}" sibTransId="{4B1EED7E-7326-41B0-B38C-2E00B2EAC13B}"/>
    <dgm:cxn modelId="{42CFF911-B649-42F7-8786-C60B416EC2DD}" type="presOf" srcId="{33A38A9F-8253-4658-B668-4D129B2D310A}" destId="{E4EC44BA-8B15-4AF1-8E29-7B12EA23ED3D}" srcOrd="1" destOrd="0" presId="urn:microsoft.com/office/officeart/2005/8/layout/cycle4"/>
    <dgm:cxn modelId="{DFC93D12-2348-4971-A685-336DB87D1479}" srcId="{36988943-4723-4906-99BC-F64905DA2543}" destId="{EF31ED8E-3FA4-43EA-AE5B-8513FB6A58B2}" srcOrd="0" destOrd="0" parTransId="{BAA4AB56-DD93-48F5-B7B7-083CCC038EA4}" sibTransId="{D352EDA5-DE32-4E65-BE55-48670A5B631E}"/>
    <dgm:cxn modelId="{3FAC6329-38A7-4782-8E72-5A1730CDEBEB}" type="presOf" srcId="{0B0BCDB3-7C88-4D38-8DC3-3EBE596814F5}" destId="{2524CCAA-ABD7-4DC1-BEA8-8FE378C9937F}" srcOrd="0" destOrd="0" presId="urn:microsoft.com/office/officeart/2005/8/layout/cycle4"/>
    <dgm:cxn modelId="{7F593030-DF3B-4038-A40C-FF155629CE03}" srcId="{3FCF6D67-9EDD-4DFE-A5D7-2778E3C49CEA}" destId="{0B0BCDB3-7C88-4D38-8DC3-3EBE596814F5}" srcOrd="0" destOrd="0" parTransId="{FE466423-2B58-4B4C-B8BF-E33FD27F7E34}" sibTransId="{8A2FB86F-A8ED-4FFB-831D-B23FD4E35927}"/>
    <dgm:cxn modelId="{F4F81B34-94AC-4321-A024-E2EC943C4734}" type="presOf" srcId="{D1860CCD-BA28-408C-BBC0-2B4277F5A70B}" destId="{5F759B16-C7EE-44B5-8913-CACB4D8FBEA2}" srcOrd="0" destOrd="0" presId="urn:microsoft.com/office/officeart/2005/8/layout/cycle4"/>
    <dgm:cxn modelId="{2E2C365F-7C64-4407-80D6-0674245C0433}" type="presOf" srcId="{0B0BCDB3-7C88-4D38-8DC3-3EBE596814F5}" destId="{B6C2DC6D-FB45-4B12-8623-257F1B990D8F}" srcOrd="1" destOrd="0" presId="urn:microsoft.com/office/officeart/2005/8/layout/cycle4"/>
    <dgm:cxn modelId="{6B4C5F63-5F8B-4870-A727-E66A02C53537}" type="presOf" srcId="{36988943-4723-4906-99BC-F64905DA2543}" destId="{458CABFA-01A6-4779-8CAC-F31F7A98F7F0}" srcOrd="0" destOrd="0" presId="urn:microsoft.com/office/officeart/2005/8/layout/cycle4"/>
    <dgm:cxn modelId="{2641DC68-2858-4FBB-9089-69AF3D56C653}" srcId="{D1860CCD-BA28-408C-BBC0-2B4277F5A70B}" destId="{2226267B-3ECE-48AF-A966-3A7D347FFE66}" srcOrd="2" destOrd="0" parTransId="{A257F058-C40F-4ECD-BA81-022993CA7C11}" sibTransId="{470D5D98-BBF2-46EB-8F8B-895B2F6FBDA5}"/>
    <dgm:cxn modelId="{9D5D7872-BBDE-479E-8DE0-B93229E5247F}" srcId="{D1860CCD-BA28-408C-BBC0-2B4277F5A70B}" destId="{3FCF6D67-9EDD-4DFE-A5D7-2778E3C49CEA}" srcOrd="0" destOrd="0" parTransId="{FB5953D9-002C-4226-A857-9E8D61E85439}" sibTransId="{D8E5A74C-DD98-459D-8339-DA80478F0F43}"/>
    <dgm:cxn modelId="{B4524B7E-8B4B-4519-B436-A18D58EA481B}" type="presOf" srcId="{2226267B-3ECE-48AF-A966-3A7D347FFE66}" destId="{95740345-DEB8-4CC8-BAFA-122E50436D60}" srcOrd="0" destOrd="0" presId="urn:microsoft.com/office/officeart/2005/8/layout/cycle4"/>
    <dgm:cxn modelId="{9F755184-BD32-4113-A085-92BE3C5932AF}" srcId="{2226267B-3ECE-48AF-A966-3A7D347FFE66}" destId="{72BB91C3-7DA6-46B7-8C2C-31DABDBBC46B}" srcOrd="0" destOrd="0" parTransId="{2DFDAA00-ED37-4FD5-8A20-3E4151F45143}" sibTransId="{592860B0-2C0C-499C-84BC-2664A7A9C64B}"/>
    <dgm:cxn modelId="{09B2949F-94C3-4204-8440-01F98688510C}" type="presOf" srcId="{EF31ED8E-3FA4-43EA-AE5B-8513FB6A58B2}" destId="{4D7F3628-07D5-42F5-8BE0-7939157A757C}" srcOrd="1" destOrd="0" presId="urn:microsoft.com/office/officeart/2005/8/layout/cycle4"/>
    <dgm:cxn modelId="{88BF3DAE-9959-437F-8F98-7A77DE96A71E}" type="presOf" srcId="{5EC4FBE5-BE98-4583-B32C-8A2B459BC4E1}" destId="{18807D2F-AC33-4BAA-8589-87BCF70CD833}" srcOrd="0" destOrd="0" presId="urn:microsoft.com/office/officeart/2005/8/layout/cycle4"/>
    <dgm:cxn modelId="{3E312CCA-8BF4-4E86-BE5E-8927051394FA}" type="presOf" srcId="{33A38A9F-8253-4658-B668-4D129B2D310A}" destId="{74420F7F-254F-40A7-9CBC-4BA593DEB150}" srcOrd="0" destOrd="0" presId="urn:microsoft.com/office/officeart/2005/8/layout/cycle4"/>
    <dgm:cxn modelId="{869B65D4-E8C4-4FF9-B829-2EE46B72DEAA}" srcId="{D1860CCD-BA28-408C-BBC0-2B4277F5A70B}" destId="{5EC4FBE5-BE98-4583-B32C-8A2B459BC4E1}" srcOrd="1" destOrd="0" parTransId="{C5EEA724-E6E8-4F00-9CE1-CCC3B005B895}" sibTransId="{41583990-A713-4CEE-9793-662EF2F342F9}"/>
    <dgm:cxn modelId="{651D69DB-C04E-42CB-B2B0-90C5E256519B}" type="presOf" srcId="{72BB91C3-7DA6-46B7-8C2C-31DABDBBC46B}" destId="{0BD2B5AF-700D-440E-B74F-289977420F8B}" srcOrd="1" destOrd="0" presId="urn:microsoft.com/office/officeart/2005/8/layout/cycle4"/>
    <dgm:cxn modelId="{91DBF3EA-DAAD-4DBC-B8B7-888DC00DD22E}" type="presOf" srcId="{3FCF6D67-9EDD-4DFE-A5D7-2778E3C49CEA}" destId="{21CB604F-6C5A-45FF-83CC-EB9D98AC2317}" srcOrd="0" destOrd="0" presId="urn:microsoft.com/office/officeart/2005/8/layout/cycle4"/>
    <dgm:cxn modelId="{173E0EF2-5D85-4642-8D74-76B88B4DAA10}" type="presOf" srcId="{EF31ED8E-3FA4-43EA-AE5B-8513FB6A58B2}" destId="{392623A5-9295-460D-8068-1C83B78FB2DC}" srcOrd="0" destOrd="0" presId="urn:microsoft.com/office/officeart/2005/8/layout/cycle4"/>
    <dgm:cxn modelId="{2E05ACF6-371B-42D8-8718-D4D5242EA786}" type="presOf" srcId="{72BB91C3-7DA6-46B7-8C2C-31DABDBBC46B}" destId="{74AE3D1D-D237-47A0-8089-2D0D818D4570}" srcOrd="0" destOrd="0" presId="urn:microsoft.com/office/officeart/2005/8/layout/cycle4"/>
    <dgm:cxn modelId="{11973BFF-828A-4FE7-B3C5-14AB6BABEE7B}" srcId="{D1860CCD-BA28-408C-BBC0-2B4277F5A70B}" destId="{36988943-4723-4906-99BC-F64905DA2543}" srcOrd="3" destOrd="0" parTransId="{2D9AD708-4627-4EA1-B269-B076B90A9A6D}" sibTransId="{DD403A73-F81E-4284-979B-77BBCE44D480}"/>
    <dgm:cxn modelId="{85BE39B2-35DC-4A16-BBD6-8DF92235036F}" type="presParOf" srcId="{5F759B16-C7EE-44B5-8913-CACB4D8FBEA2}" destId="{C212980A-EB1A-4B5A-9A18-0806BFA5C7E2}" srcOrd="0" destOrd="0" presId="urn:microsoft.com/office/officeart/2005/8/layout/cycle4"/>
    <dgm:cxn modelId="{1AFCE4EB-0C0E-4110-8FB5-39FC3939B46B}" type="presParOf" srcId="{C212980A-EB1A-4B5A-9A18-0806BFA5C7E2}" destId="{DCB78E1C-944B-4DED-95DD-BF97B1030EA6}" srcOrd="0" destOrd="0" presId="urn:microsoft.com/office/officeart/2005/8/layout/cycle4"/>
    <dgm:cxn modelId="{35B3770D-B7FA-4C8D-BAA7-C1A3279A587F}" type="presParOf" srcId="{DCB78E1C-944B-4DED-95DD-BF97B1030EA6}" destId="{2524CCAA-ABD7-4DC1-BEA8-8FE378C9937F}" srcOrd="0" destOrd="0" presId="urn:microsoft.com/office/officeart/2005/8/layout/cycle4"/>
    <dgm:cxn modelId="{2363BB7B-DF0E-464C-A32F-1AC5A6F025D4}" type="presParOf" srcId="{DCB78E1C-944B-4DED-95DD-BF97B1030EA6}" destId="{B6C2DC6D-FB45-4B12-8623-257F1B990D8F}" srcOrd="1" destOrd="0" presId="urn:microsoft.com/office/officeart/2005/8/layout/cycle4"/>
    <dgm:cxn modelId="{B6832174-DBE1-4274-9FA0-B8251DDF44F8}" type="presParOf" srcId="{C212980A-EB1A-4B5A-9A18-0806BFA5C7E2}" destId="{A9170473-F9E9-47F6-A54B-21D9CA74AF3F}" srcOrd="1" destOrd="0" presId="urn:microsoft.com/office/officeart/2005/8/layout/cycle4"/>
    <dgm:cxn modelId="{F4DD2C5E-5C83-4EB8-94D2-46C2FED200BE}" type="presParOf" srcId="{A9170473-F9E9-47F6-A54B-21D9CA74AF3F}" destId="{74420F7F-254F-40A7-9CBC-4BA593DEB150}" srcOrd="0" destOrd="0" presId="urn:microsoft.com/office/officeart/2005/8/layout/cycle4"/>
    <dgm:cxn modelId="{0B52232B-6D2D-45BC-94DA-562A370A38DA}" type="presParOf" srcId="{A9170473-F9E9-47F6-A54B-21D9CA74AF3F}" destId="{E4EC44BA-8B15-4AF1-8E29-7B12EA23ED3D}" srcOrd="1" destOrd="0" presId="urn:microsoft.com/office/officeart/2005/8/layout/cycle4"/>
    <dgm:cxn modelId="{A33C37E4-6A35-42D8-90F7-AD9C999CC9C7}" type="presParOf" srcId="{C212980A-EB1A-4B5A-9A18-0806BFA5C7E2}" destId="{A6416602-D300-421C-B7E9-801A9411BEBE}" srcOrd="2" destOrd="0" presId="urn:microsoft.com/office/officeart/2005/8/layout/cycle4"/>
    <dgm:cxn modelId="{9C910274-B28D-4CEB-B041-91D7BEE8FE34}" type="presParOf" srcId="{A6416602-D300-421C-B7E9-801A9411BEBE}" destId="{74AE3D1D-D237-47A0-8089-2D0D818D4570}" srcOrd="0" destOrd="0" presId="urn:microsoft.com/office/officeart/2005/8/layout/cycle4"/>
    <dgm:cxn modelId="{147F575A-65DA-4021-81EB-182E473825F5}" type="presParOf" srcId="{A6416602-D300-421C-B7E9-801A9411BEBE}" destId="{0BD2B5AF-700D-440E-B74F-289977420F8B}" srcOrd="1" destOrd="0" presId="urn:microsoft.com/office/officeart/2005/8/layout/cycle4"/>
    <dgm:cxn modelId="{5CB7E781-9349-49FE-8015-0220A9D2D0BE}" type="presParOf" srcId="{C212980A-EB1A-4B5A-9A18-0806BFA5C7E2}" destId="{7653CFA5-9ACF-484B-8D99-AE2EEA49ED5C}" srcOrd="3" destOrd="0" presId="urn:microsoft.com/office/officeart/2005/8/layout/cycle4"/>
    <dgm:cxn modelId="{0D6F25ED-4523-493F-A90E-2C56477B89FA}" type="presParOf" srcId="{7653CFA5-9ACF-484B-8D99-AE2EEA49ED5C}" destId="{392623A5-9295-460D-8068-1C83B78FB2DC}" srcOrd="0" destOrd="0" presId="urn:microsoft.com/office/officeart/2005/8/layout/cycle4"/>
    <dgm:cxn modelId="{7140AAD2-034A-4416-A542-E746750E60FA}" type="presParOf" srcId="{7653CFA5-9ACF-484B-8D99-AE2EEA49ED5C}" destId="{4D7F3628-07D5-42F5-8BE0-7939157A757C}" srcOrd="1" destOrd="0" presId="urn:microsoft.com/office/officeart/2005/8/layout/cycle4"/>
    <dgm:cxn modelId="{6654064D-76E7-4CE0-858F-58462803749B}" type="presParOf" srcId="{C212980A-EB1A-4B5A-9A18-0806BFA5C7E2}" destId="{C58584E6-2D0C-42E7-8B0C-A464676166B7}" srcOrd="4" destOrd="0" presId="urn:microsoft.com/office/officeart/2005/8/layout/cycle4"/>
    <dgm:cxn modelId="{2CF71DF1-B157-4148-87C4-05FFA4B5407F}" type="presParOf" srcId="{5F759B16-C7EE-44B5-8913-CACB4D8FBEA2}" destId="{F8437D06-4DCC-44B9-9309-55CBDAE5BDE6}" srcOrd="1" destOrd="0" presId="urn:microsoft.com/office/officeart/2005/8/layout/cycle4"/>
    <dgm:cxn modelId="{9B5575EE-D265-4A2A-9B5B-7008A2AF4799}" type="presParOf" srcId="{F8437D06-4DCC-44B9-9309-55CBDAE5BDE6}" destId="{21CB604F-6C5A-45FF-83CC-EB9D98AC2317}" srcOrd="0" destOrd="0" presId="urn:microsoft.com/office/officeart/2005/8/layout/cycle4"/>
    <dgm:cxn modelId="{ABBE7F57-3968-4043-9E98-6C86978AC134}" type="presParOf" srcId="{F8437D06-4DCC-44B9-9309-55CBDAE5BDE6}" destId="{18807D2F-AC33-4BAA-8589-87BCF70CD833}" srcOrd="1" destOrd="0" presId="urn:microsoft.com/office/officeart/2005/8/layout/cycle4"/>
    <dgm:cxn modelId="{793D7C4A-DFA1-4909-A567-65BC07490A40}" type="presParOf" srcId="{F8437D06-4DCC-44B9-9309-55CBDAE5BDE6}" destId="{95740345-DEB8-4CC8-BAFA-122E50436D60}" srcOrd="2" destOrd="0" presId="urn:microsoft.com/office/officeart/2005/8/layout/cycle4"/>
    <dgm:cxn modelId="{9CAA8798-A1BD-49DD-8DC4-2A5B47471798}" type="presParOf" srcId="{F8437D06-4DCC-44B9-9309-55CBDAE5BDE6}" destId="{458CABFA-01A6-4779-8CAC-F31F7A98F7F0}" srcOrd="3" destOrd="0" presId="urn:microsoft.com/office/officeart/2005/8/layout/cycle4"/>
    <dgm:cxn modelId="{4B3AD72F-7EE7-4C08-8971-79DC77EC13E8}" type="presParOf" srcId="{F8437D06-4DCC-44B9-9309-55CBDAE5BDE6}" destId="{5133B884-ED1D-49C8-8E29-465E71502E84}" srcOrd="4" destOrd="0" presId="urn:microsoft.com/office/officeart/2005/8/layout/cycle4"/>
    <dgm:cxn modelId="{74D11D51-82E4-4B4C-BCCC-02DECD91EC5D}" type="presParOf" srcId="{5F759B16-C7EE-44B5-8913-CACB4D8FBEA2}" destId="{E5A81619-773C-4781-8323-2EE272EC4FB2}" srcOrd="2" destOrd="0" presId="urn:microsoft.com/office/officeart/2005/8/layout/cycle4"/>
    <dgm:cxn modelId="{BE163968-F6A0-43AF-AC23-B841349C914D}" type="presParOf" srcId="{5F759B16-C7EE-44B5-8913-CACB4D8FBEA2}" destId="{35DC1333-E570-45E1-AEFA-90AD7AFD676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E3D1D-D237-47A0-8089-2D0D818D4570}">
      <dsp:nvSpPr>
        <dsp:cNvPr id="0" name=""/>
        <dsp:cNvSpPr/>
      </dsp:nvSpPr>
      <dsp:spPr>
        <a:xfrm>
          <a:off x="5221862" y="2986723"/>
          <a:ext cx="2809073" cy="25577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rgbClr val="5F003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5100" kern="1200" dirty="0"/>
        </a:p>
      </dsp:txBody>
      <dsp:txXfrm>
        <a:off x="6120770" y="3682354"/>
        <a:ext cx="1853979" cy="1805963"/>
      </dsp:txXfrm>
    </dsp:sp>
    <dsp:sp modelId="{392623A5-9295-460D-8068-1C83B78FB2DC}">
      <dsp:nvSpPr>
        <dsp:cNvPr id="0" name=""/>
        <dsp:cNvSpPr/>
      </dsp:nvSpPr>
      <dsp:spPr>
        <a:xfrm>
          <a:off x="48818" y="2832135"/>
          <a:ext cx="2809073" cy="2646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5100" kern="1200" dirty="0"/>
        </a:p>
      </dsp:txBody>
      <dsp:txXfrm>
        <a:off x="106410" y="3551386"/>
        <a:ext cx="1851167" cy="1869791"/>
      </dsp:txXfrm>
    </dsp:sp>
    <dsp:sp modelId="{74420F7F-254F-40A7-9CBC-4BA593DEB150}">
      <dsp:nvSpPr>
        <dsp:cNvPr id="0" name=""/>
        <dsp:cNvSpPr/>
      </dsp:nvSpPr>
      <dsp:spPr>
        <a:xfrm>
          <a:off x="5221862" y="-270601"/>
          <a:ext cx="2809073" cy="26751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rgbClr val="005E6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5100" kern="1200" dirty="0"/>
        </a:p>
      </dsp:txBody>
      <dsp:txXfrm>
        <a:off x="6122176" y="-213009"/>
        <a:ext cx="1851167" cy="1891204"/>
      </dsp:txXfrm>
    </dsp:sp>
    <dsp:sp modelId="{2524CCAA-ABD7-4DC1-BEA8-8FE378C9937F}">
      <dsp:nvSpPr>
        <dsp:cNvPr id="0" name=""/>
        <dsp:cNvSpPr/>
      </dsp:nvSpPr>
      <dsp:spPr>
        <a:xfrm>
          <a:off x="0" y="-279799"/>
          <a:ext cx="2891267" cy="26746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rgbClr val="C48A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5100" kern="1200" dirty="0"/>
        </a:p>
      </dsp:txBody>
      <dsp:txXfrm>
        <a:off x="58754" y="-221045"/>
        <a:ext cx="1906379" cy="1888511"/>
      </dsp:txXfrm>
    </dsp:sp>
    <dsp:sp modelId="{21CB604F-6C5A-45FF-83CC-EB9D98AC2317}">
      <dsp:nvSpPr>
        <dsp:cNvPr id="0" name=""/>
        <dsp:cNvSpPr/>
      </dsp:nvSpPr>
      <dsp:spPr>
        <a:xfrm>
          <a:off x="2226775" y="966339"/>
          <a:ext cx="1686289" cy="1606145"/>
        </a:xfrm>
        <a:prstGeom prst="pieWedge">
          <a:avLst/>
        </a:prstGeom>
        <a:solidFill>
          <a:srgbClr val="FFB4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</a:t>
          </a:r>
        </a:p>
      </dsp:txBody>
      <dsp:txXfrm>
        <a:off x="2720678" y="1436768"/>
        <a:ext cx="1192386" cy="1135716"/>
      </dsp:txXfrm>
    </dsp:sp>
    <dsp:sp modelId="{18807D2F-AC33-4BAA-8589-87BCF70CD833}">
      <dsp:nvSpPr>
        <dsp:cNvPr id="0" name=""/>
        <dsp:cNvSpPr/>
      </dsp:nvSpPr>
      <dsp:spPr>
        <a:xfrm rot="5400000">
          <a:off x="4008967" y="869008"/>
          <a:ext cx="1646205" cy="1840891"/>
        </a:xfrm>
        <a:prstGeom prst="pieWedge">
          <a:avLst/>
        </a:prstGeom>
        <a:solidFill>
          <a:srgbClr val="007A87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</a:t>
          </a:r>
        </a:p>
      </dsp:txBody>
      <dsp:txXfrm rot="-5400000">
        <a:off x="3911624" y="1448513"/>
        <a:ext cx="1301707" cy="1164043"/>
      </dsp:txXfrm>
    </dsp:sp>
    <dsp:sp modelId="{95740345-DEB8-4CC8-BAFA-122E50436D60}">
      <dsp:nvSpPr>
        <dsp:cNvPr id="0" name=""/>
        <dsp:cNvSpPr/>
      </dsp:nvSpPr>
      <dsp:spPr>
        <a:xfrm rot="10800000">
          <a:off x="3911636" y="2579537"/>
          <a:ext cx="1830181" cy="1525852"/>
        </a:xfrm>
        <a:prstGeom prst="pieWedge">
          <a:avLst/>
        </a:prstGeom>
        <a:solidFill>
          <a:srgbClr val="7B005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</a:t>
          </a:r>
        </a:p>
      </dsp:txBody>
      <dsp:txXfrm rot="10800000">
        <a:off x="3911636" y="2579537"/>
        <a:ext cx="1294133" cy="1078940"/>
      </dsp:txXfrm>
    </dsp:sp>
    <dsp:sp modelId="{458CABFA-01A6-4779-8CAC-F31F7A98F7F0}">
      <dsp:nvSpPr>
        <dsp:cNvPr id="0" name=""/>
        <dsp:cNvSpPr/>
      </dsp:nvSpPr>
      <dsp:spPr>
        <a:xfrm rot="16200000">
          <a:off x="2298561" y="2492436"/>
          <a:ext cx="1525877" cy="1700004"/>
        </a:xfrm>
        <a:prstGeom prst="pieWedge">
          <a:avLst/>
        </a:prstGeom>
        <a:solidFill>
          <a:srgbClr val="6CAC57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</a:t>
          </a:r>
        </a:p>
      </dsp:txBody>
      <dsp:txXfrm rot="5400000">
        <a:off x="2709418" y="2579500"/>
        <a:ext cx="1202084" cy="1078958"/>
      </dsp:txXfrm>
    </dsp:sp>
    <dsp:sp modelId="{E5A81619-773C-4781-8323-2EE272EC4FB2}">
      <dsp:nvSpPr>
        <dsp:cNvPr id="0" name=""/>
        <dsp:cNvSpPr/>
      </dsp:nvSpPr>
      <dsp:spPr>
        <a:xfrm>
          <a:off x="3739333" y="2408122"/>
          <a:ext cx="348257" cy="309463"/>
        </a:xfrm>
        <a:prstGeom prst="circularArrow">
          <a:avLst/>
        </a:prstGeom>
        <a:solidFill>
          <a:srgbClr val="FF5A5F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C1333-E570-45E1-AEFA-90AD7AFD6763}">
      <dsp:nvSpPr>
        <dsp:cNvPr id="0" name=""/>
        <dsp:cNvSpPr/>
      </dsp:nvSpPr>
      <dsp:spPr>
        <a:xfrm rot="10800000">
          <a:off x="3743911" y="2487430"/>
          <a:ext cx="343675" cy="318349"/>
        </a:xfrm>
        <a:prstGeom prst="circularArrow">
          <a:avLst/>
        </a:prstGeom>
        <a:solidFill>
          <a:srgbClr val="FF5A5F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86030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97571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36564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186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99006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7791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5048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08839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25386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5577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60809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93E24-BF2E-46B4-A2AC-4AD0A55B5315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B82FA3E-CC38-4EAC-97E8-43AE217E95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59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BVuzWo94o4?feature=oembe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B6B60-4FC7-CB46-EF2E-25E84DDE8877}"/>
              </a:ext>
            </a:extLst>
          </p:cNvPr>
          <p:cNvSpPr txBox="1"/>
          <p:nvPr/>
        </p:nvSpPr>
        <p:spPr>
          <a:xfrm>
            <a:off x="0" y="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						</a:t>
            </a:r>
          </a:p>
          <a:p>
            <a:r>
              <a:rPr lang="en-US" sz="2900" dirty="0"/>
              <a:t>								   </a:t>
            </a:r>
            <a:r>
              <a:rPr lang="en-US" sz="2900" dirty="0">
                <a:solidFill>
                  <a:srgbClr val="C00000"/>
                </a:solidFill>
                <a:latin typeface="Arial Black" panose="020B0A04020102020204" pitchFamily="34" charset="0"/>
              </a:rPr>
              <a:t>University of Pavia</a:t>
            </a:r>
          </a:p>
          <a:p>
            <a:r>
              <a:rPr lang="en-US" dirty="0"/>
              <a:t>                                              </a:t>
            </a:r>
            <a:r>
              <a:rPr lang="en-US" u="sng" dirty="0"/>
              <a:t>Department of  Electrical, Computer &amp; Bio-Medical Engineering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</a:p>
          <a:p>
            <a:r>
              <a:rPr lang="en-US" sz="2200" dirty="0">
                <a:latin typeface="Bahnschrift SemiBold" panose="020B0502040204020203" pitchFamily="34" charset="0"/>
              </a:rPr>
              <a:t>                                             </a:t>
            </a:r>
            <a:r>
              <a:rPr lang="en-US" sz="2300" dirty="0">
                <a:latin typeface="Bahnschrift SemiBold" panose="020B0502040204020203" pitchFamily="34" charset="0"/>
              </a:rPr>
              <a:t>An Assessment on Video Curriculum</a:t>
            </a:r>
          </a:p>
          <a:p>
            <a:r>
              <a:rPr lang="en-US" dirty="0"/>
              <a:t>								          </a:t>
            </a:r>
            <a:r>
              <a:rPr lang="en-US" u="sng" dirty="0"/>
              <a:t>Prof.  Maria Grazia </a:t>
            </a:r>
            <a:r>
              <a:rPr lang="en-US" u="sng" dirty="0" err="1"/>
              <a:t>Albanesi</a:t>
            </a:r>
            <a:r>
              <a:rPr lang="en-US" b="0" i="0" u="sng" dirty="0">
                <a:solidFill>
                  <a:srgbClr val="333333"/>
                </a:solidFill>
                <a:effectLst/>
                <a:latin typeface="Molle"/>
              </a:rPr>
              <a:t> 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Molle"/>
              </a:rPr>
              <a:t>                                                                                   (Digital Content Retrieval )</a:t>
            </a:r>
          </a:p>
          <a:p>
            <a:endParaRPr lang="en-US" u="sng" dirty="0">
              <a:solidFill>
                <a:srgbClr val="333333"/>
              </a:solidFill>
              <a:latin typeface="Molle"/>
            </a:endParaRPr>
          </a:p>
          <a:p>
            <a:endParaRPr lang="en-US" u="sng" dirty="0">
              <a:solidFill>
                <a:srgbClr val="333333"/>
              </a:solidFill>
              <a:latin typeface="Molle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olle"/>
              </a:rPr>
              <a:t>                                                                                                                                                                              </a:t>
            </a:r>
            <a:r>
              <a:rPr lang="en-US" u="sng" dirty="0">
                <a:latin typeface="Molle"/>
              </a:rPr>
              <a:t>Presented by:</a:t>
            </a:r>
          </a:p>
          <a:p>
            <a:r>
              <a:rPr lang="en-US" dirty="0">
                <a:latin typeface="Molle"/>
              </a:rPr>
              <a:t>                                                                                                                                                                             SAURAV ANAND</a:t>
            </a:r>
          </a:p>
          <a:p>
            <a:r>
              <a:rPr lang="en-US">
                <a:latin typeface="Molle"/>
              </a:rPr>
              <a:t>                                                                                                                                                                             </a:t>
            </a:r>
            <a:endParaRPr lang="en-US" dirty="0">
              <a:latin typeface="Molle"/>
            </a:endParaRPr>
          </a:p>
          <a:p>
            <a:endParaRPr lang="en-US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07F081-B7C2-1494-5B65-529E6771D5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45" y="0"/>
            <a:ext cx="8353425" cy="60016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016589-717D-5B32-1E50-7EA4462290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462" y="11001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8328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47735-2F2E-8231-D8A1-3279820F220A}"/>
              </a:ext>
            </a:extLst>
          </p:cNvPr>
          <p:cNvSpPr txBox="1"/>
          <p:nvPr/>
        </p:nvSpPr>
        <p:spPr>
          <a:xfrm>
            <a:off x="634482" y="214605"/>
            <a:ext cx="1130870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                                                           </a:t>
            </a:r>
            <a:r>
              <a:rPr lang="en-US" sz="2500" u="sng" dirty="0"/>
              <a:t>Content</a:t>
            </a:r>
          </a:p>
          <a:p>
            <a:endParaRPr lang="en-US" sz="22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Document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WBS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GANTT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SWOT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Video Presentation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853267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05CC4-6B1A-25A4-ED36-D529090262B5}"/>
              </a:ext>
            </a:extLst>
          </p:cNvPr>
          <p:cNvSpPr txBox="1"/>
          <p:nvPr/>
        </p:nvSpPr>
        <p:spPr>
          <a:xfrm>
            <a:off x="270588" y="2146040"/>
            <a:ext cx="11383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</a:t>
            </a:r>
            <a:r>
              <a:rPr lang="en-US" sz="5400" b="1" dirty="0"/>
              <a:t>AIM</a:t>
            </a:r>
          </a:p>
        </p:txBody>
      </p:sp>
    </p:spTree>
    <p:extLst>
      <p:ext uri="{BB962C8B-B14F-4D97-AF65-F5344CB8AC3E}">
        <p14:creationId xmlns:p14="http://schemas.microsoft.com/office/powerpoint/2010/main" val="18508745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3F0C9-1073-EF18-B269-DDACB11AA1EC}"/>
              </a:ext>
            </a:extLst>
          </p:cNvPr>
          <p:cNvSpPr txBox="1"/>
          <p:nvPr/>
        </p:nvSpPr>
        <p:spPr>
          <a:xfrm>
            <a:off x="0" y="391885"/>
            <a:ext cx="12192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  WBS (Work Breakdown Structure) </a:t>
            </a:r>
          </a:p>
          <a:p>
            <a:r>
              <a:rPr lang="en-US" sz="5400" b="1" dirty="0"/>
              <a:t>                            &amp;</a:t>
            </a:r>
          </a:p>
          <a:p>
            <a:r>
              <a:rPr lang="en-US" sz="5400" b="1" dirty="0"/>
              <a:t>                 GANTT CHART</a:t>
            </a:r>
          </a:p>
          <a:p>
            <a:endParaRPr lang="en-US" sz="54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Online tool – digrams.net </a:t>
            </a:r>
          </a:p>
          <a:p>
            <a:r>
              <a:rPr lang="en-US" sz="1600" b="1" dirty="0"/>
              <a:t>                       app.teamgantt.com </a:t>
            </a:r>
          </a:p>
        </p:txBody>
      </p:sp>
    </p:spTree>
    <p:extLst>
      <p:ext uri="{BB962C8B-B14F-4D97-AF65-F5344CB8AC3E}">
        <p14:creationId xmlns:p14="http://schemas.microsoft.com/office/powerpoint/2010/main" val="397269475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DEE6E1A-5210-5FB9-133B-C8B923089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3106"/>
            <a:ext cx="12192000" cy="147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753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03068-468E-BC81-F427-A8C60771F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870" y="0"/>
            <a:ext cx="5997460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8050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A4853-B331-5368-E801-C1A9650D95A8}"/>
              </a:ext>
            </a:extLst>
          </p:cNvPr>
          <p:cNvSpPr txBox="1"/>
          <p:nvPr/>
        </p:nvSpPr>
        <p:spPr>
          <a:xfrm>
            <a:off x="772886" y="0"/>
            <a:ext cx="1124338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</a:t>
            </a:r>
            <a:r>
              <a:rPr lang="en-US" sz="3200" u="sng" dirty="0"/>
              <a:t>Cost and Effort Estimation</a:t>
            </a:r>
          </a:p>
          <a:p>
            <a:endParaRPr lang="en-US" sz="3200" u="sng" dirty="0"/>
          </a:p>
          <a:p>
            <a:pPr>
              <a:lnSpc>
                <a:spcPct val="150000"/>
              </a:lnSpc>
            </a:pPr>
            <a:r>
              <a:rPr lang="en-US" sz="2200" u="sng" dirty="0"/>
              <a:t>Cost Estimation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Assessment mainly require Hardware and software tools to complete.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Cost on Hardware  = 0  (Previously available)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Cost on Software/Tools = 0  (Online free Tools)</a:t>
            </a:r>
          </a:p>
          <a:p>
            <a:r>
              <a:rPr lang="en-US" dirty="0"/>
              <a:t>                                  </a:t>
            </a:r>
            <a:r>
              <a:rPr lang="en-US" dirty="0">
                <a:solidFill>
                  <a:srgbClr val="FF0000"/>
                </a:solidFill>
              </a:rPr>
              <a:t>Total Cost </a:t>
            </a:r>
            <a:r>
              <a:rPr lang="en-US" dirty="0"/>
              <a:t>=  0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u="sng" dirty="0"/>
              <a:t>Effort Estimation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Made the GANTT on Day wise but worked on this assessment on hour basis i.e. near about 1 hour a 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Total Days- </a:t>
            </a:r>
          </a:p>
          <a:p>
            <a:r>
              <a:rPr lang="en-US" dirty="0"/>
              <a:t>			All excluding video recording and editing =  27 days = 27 hours</a:t>
            </a:r>
          </a:p>
          <a:p>
            <a:r>
              <a:rPr lang="en-US" dirty="0"/>
              <a:t>			Video Recording and editing = 5 days = 10 hours </a:t>
            </a:r>
          </a:p>
          <a:p>
            <a:r>
              <a:rPr lang="en-US" dirty="0"/>
              <a:t>Total days = 32 hours</a:t>
            </a:r>
          </a:p>
          <a:p>
            <a:r>
              <a:rPr lang="en-US" dirty="0"/>
              <a:t>Total hour= 37</a:t>
            </a:r>
          </a:p>
          <a:p>
            <a:r>
              <a:rPr lang="en-US" dirty="0">
                <a:solidFill>
                  <a:srgbClr val="FF0000"/>
                </a:solidFill>
              </a:rPr>
              <a:t>Average</a:t>
            </a:r>
            <a:r>
              <a:rPr lang="en-US" dirty="0"/>
              <a:t> = 37/32=  1.15 hour/day</a:t>
            </a:r>
          </a:p>
        </p:txBody>
      </p:sp>
    </p:spTree>
    <p:extLst>
      <p:ext uri="{BB962C8B-B14F-4D97-AF65-F5344CB8AC3E}">
        <p14:creationId xmlns:p14="http://schemas.microsoft.com/office/powerpoint/2010/main" val="9968453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6D89E2-80F0-827E-889E-0DFF622D3B8A}"/>
              </a:ext>
            </a:extLst>
          </p:cNvPr>
          <p:cNvSpPr txBox="1"/>
          <p:nvPr/>
        </p:nvSpPr>
        <p:spPr>
          <a:xfrm>
            <a:off x="877078" y="373224"/>
            <a:ext cx="108421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SWOT &amp; RISK ANALYSIS ASESSEMEN</a:t>
            </a:r>
            <a:r>
              <a:rPr lang="en-US" sz="54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0918210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2A0A-8302-B740-344E-00596542427F}"/>
              </a:ext>
            </a:extLst>
          </p:cNvPr>
          <p:cNvSpPr>
            <a:spLocks noGrp="1"/>
          </p:cNvSpPr>
          <p:nvPr/>
        </p:nvSpPr>
        <p:spPr>
          <a:xfrm>
            <a:off x="2133600" y="0"/>
            <a:ext cx="7886700" cy="49452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                </a:t>
            </a:r>
            <a:r>
              <a:rPr lang="en-US" sz="3200" b="1" dirty="0"/>
              <a:t>SWOT Analysis for VC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64026D2-F349-5146-A6B3-26A6CB6A52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011428"/>
              </p:ext>
            </p:extLst>
          </p:nvPr>
        </p:nvGraphicFramePr>
        <p:xfrm>
          <a:off x="1989364" y="941567"/>
          <a:ext cx="8030936" cy="5693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2">
            <a:extLst>
              <a:ext uri="{FF2B5EF4-FFF2-40B4-BE49-F238E27FC236}">
                <a16:creationId xmlns:a16="http://schemas.microsoft.com/office/drawing/2014/main" id="{194E04B6-C1C5-8DCF-D08B-C17D199F40B5}"/>
              </a:ext>
            </a:extLst>
          </p:cNvPr>
          <p:cNvSpPr txBox="1"/>
          <p:nvPr/>
        </p:nvSpPr>
        <p:spPr>
          <a:xfrm>
            <a:off x="2059732" y="604012"/>
            <a:ext cx="24912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 </a:t>
            </a:r>
            <a:r>
              <a:rPr lang="en-US" sz="1700" u="sng" dirty="0"/>
              <a:t>STRENGTH</a:t>
            </a:r>
          </a:p>
          <a:p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Availability of all required Hardware and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Good Speaking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Script writing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Chart Preparation skill</a:t>
            </a:r>
          </a:p>
          <a:p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BC941-E79E-DC06-F08B-39662BA07E4D}"/>
              </a:ext>
            </a:extLst>
          </p:cNvPr>
          <p:cNvSpPr txBox="1"/>
          <p:nvPr/>
        </p:nvSpPr>
        <p:spPr>
          <a:xfrm>
            <a:off x="7252609" y="604012"/>
            <a:ext cx="266583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</a:t>
            </a:r>
            <a:r>
              <a:rPr lang="en-US" sz="1700" u="sng" dirty="0"/>
              <a:t>WEAKNESS</a:t>
            </a:r>
          </a:p>
          <a:p>
            <a:endParaRPr lang="en-US" sz="17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Video Editing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Unenviability of external mike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Same Facial Expression while delivering the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9E370-56C1-414A-32B9-A3D7D40ADCF1}"/>
              </a:ext>
            </a:extLst>
          </p:cNvPr>
          <p:cNvSpPr txBox="1"/>
          <p:nvPr/>
        </p:nvSpPr>
        <p:spPr>
          <a:xfrm>
            <a:off x="2059732" y="3788328"/>
            <a:ext cx="268955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</a:t>
            </a:r>
            <a:r>
              <a:rPr lang="en-US" sz="1700" u="sng" dirty="0"/>
              <a:t>OPPERTUNITES</a:t>
            </a:r>
          </a:p>
          <a:p>
            <a:endParaRPr lang="en-US" sz="17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To learn Video Editing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Confidence Building-Camera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VC link in personal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Interview help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EF38D-C216-2B8A-EC6C-13301824CD5D}"/>
              </a:ext>
            </a:extLst>
          </p:cNvPr>
          <p:cNvSpPr txBox="1"/>
          <p:nvPr/>
        </p:nvSpPr>
        <p:spPr>
          <a:xfrm>
            <a:off x="7546910" y="3881635"/>
            <a:ext cx="2543758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</a:t>
            </a:r>
            <a:r>
              <a:rPr lang="en-US" sz="1700" u="sng" dirty="0"/>
              <a:t>THREAT</a:t>
            </a:r>
          </a:p>
          <a:p>
            <a:endParaRPr lang="en-US" sz="17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Data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Laptop Malfunctioning/Fails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Video not getting uploaded on platform -Authentication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Platform  not working on Presentation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8199889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B7CD-37D8-0C01-16F6-7F4816FB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9322"/>
            <a:ext cx="10515600" cy="47463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 </a:t>
            </a:r>
            <a:r>
              <a:rPr lang="en-US" sz="2200" u="sng" dirty="0"/>
              <a:t>RISK ASSESEMENT MATRIX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D00FA8B9-83E1-8E62-8C21-9A28A7679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327585"/>
              </p:ext>
            </p:extLst>
          </p:nvPr>
        </p:nvGraphicFramePr>
        <p:xfrm>
          <a:off x="8158653" y="4902847"/>
          <a:ext cx="3788030" cy="1222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475">
                  <a:extLst>
                    <a:ext uri="{9D8B030D-6E8A-4147-A177-3AD203B41FA5}">
                      <a16:colId xmlns:a16="http://schemas.microsoft.com/office/drawing/2014/main" val="3503471953"/>
                    </a:ext>
                  </a:extLst>
                </a:gridCol>
                <a:gridCol w="883679">
                  <a:extLst>
                    <a:ext uri="{9D8B030D-6E8A-4147-A177-3AD203B41FA5}">
                      <a16:colId xmlns:a16="http://schemas.microsoft.com/office/drawing/2014/main" val="3569684599"/>
                    </a:ext>
                  </a:extLst>
                </a:gridCol>
                <a:gridCol w="1097420">
                  <a:extLst>
                    <a:ext uri="{9D8B030D-6E8A-4147-A177-3AD203B41FA5}">
                      <a16:colId xmlns:a16="http://schemas.microsoft.com/office/drawing/2014/main" val="1149344231"/>
                    </a:ext>
                  </a:extLst>
                </a:gridCol>
                <a:gridCol w="1054456">
                  <a:extLst>
                    <a:ext uri="{9D8B030D-6E8A-4147-A177-3AD203B41FA5}">
                      <a16:colId xmlns:a16="http://schemas.microsoft.com/office/drawing/2014/main" val="1173549744"/>
                    </a:ext>
                  </a:extLst>
                </a:gridCol>
              </a:tblGrid>
              <a:tr h="335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LOW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MEDIUM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HIGH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7675"/>
                  </a:ext>
                </a:extLst>
              </a:tr>
              <a:tr h="23732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Ignore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Ignore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Consider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479105"/>
                  </a:ext>
                </a:extLst>
              </a:tr>
              <a:tr h="237327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Ignore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Take Action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235032"/>
                  </a:ext>
                </a:extLst>
              </a:tr>
              <a:tr h="33901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Take Action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Take Action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833218"/>
                  </a:ext>
                </a:extLst>
              </a:tr>
            </a:tbl>
          </a:graphicData>
        </a:graphic>
      </p:graphicFrame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FD20EDEA-D884-C290-8917-858E7F066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526666"/>
              </p:ext>
            </p:extLst>
          </p:nvPr>
        </p:nvGraphicFramePr>
        <p:xfrm>
          <a:off x="102637" y="395308"/>
          <a:ext cx="11989836" cy="4283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269">
                  <a:extLst>
                    <a:ext uri="{9D8B030D-6E8A-4147-A177-3AD203B41FA5}">
                      <a16:colId xmlns:a16="http://schemas.microsoft.com/office/drawing/2014/main" val="306995991"/>
                    </a:ext>
                  </a:extLst>
                </a:gridCol>
                <a:gridCol w="1754155">
                  <a:extLst>
                    <a:ext uri="{9D8B030D-6E8A-4147-A177-3AD203B41FA5}">
                      <a16:colId xmlns:a16="http://schemas.microsoft.com/office/drawing/2014/main" val="2006379726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1476300161"/>
                    </a:ext>
                  </a:extLst>
                </a:gridCol>
                <a:gridCol w="1623527">
                  <a:extLst>
                    <a:ext uri="{9D8B030D-6E8A-4147-A177-3AD203B41FA5}">
                      <a16:colId xmlns:a16="http://schemas.microsoft.com/office/drawing/2014/main" val="4142818946"/>
                    </a:ext>
                  </a:extLst>
                </a:gridCol>
                <a:gridCol w="3498979">
                  <a:extLst>
                    <a:ext uri="{9D8B030D-6E8A-4147-A177-3AD203B41FA5}">
                      <a16:colId xmlns:a16="http://schemas.microsoft.com/office/drawing/2014/main" val="2785305796"/>
                    </a:ext>
                  </a:extLst>
                </a:gridCol>
              </a:tblGrid>
              <a:tr h="3939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79566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Data Loss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Allowed automatic  backup on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104338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Laptop Malfunctioning/Fails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Already searched for another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315953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If  Video not get Uploaded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Searched for alternate platform 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- VIMEO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1308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Video Plat. Not working on Presentation Day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how to upload video but do not took any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115616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Video Editing tool</a:t>
                      </a:r>
                    </a:p>
                  </a:txBody>
                  <a:tcP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Learned Editing 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4319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Unavailability of External Mike</a:t>
                      </a:r>
                    </a:p>
                  </a:txBody>
                  <a:tcP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Arranged it with Other Person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099540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Same Facial Expression Every time</a:t>
                      </a:r>
                    </a:p>
                  </a:txBody>
                  <a:tcP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 Rehearsal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82598"/>
                  </a:ext>
                </a:extLst>
              </a:tr>
              <a:tr h="39393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877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2086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60F46-3539-254F-7CF9-A3F5E6A0A3F0}"/>
              </a:ext>
            </a:extLst>
          </p:cNvPr>
          <p:cNvSpPr txBox="1"/>
          <p:nvPr/>
        </p:nvSpPr>
        <p:spPr>
          <a:xfrm>
            <a:off x="149290" y="214604"/>
            <a:ext cx="11905861" cy="373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</a:t>
            </a:r>
            <a:r>
              <a:rPr lang="en-US" sz="3200" b="1" u="sng" dirty="0"/>
              <a:t>VIDEO PRESENTATION</a:t>
            </a:r>
          </a:p>
          <a:p>
            <a:endParaRPr lang="en-US" sz="3200" b="1" u="sng" dirty="0"/>
          </a:p>
          <a:p>
            <a:r>
              <a:rPr lang="en-US" sz="2800" u="sng" dirty="0"/>
              <a:t>Details:</a:t>
            </a:r>
          </a:p>
          <a:p>
            <a:endParaRPr lang="en-US" sz="2800" u="sng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Title: Video Curriculum | SAURAV ANAND | UNIPV 2023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Software Used:  VN App, Team Gantt, Infinity free. Draw.net, </a:t>
            </a:r>
            <a:r>
              <a:rPr lang="en-US" sz="2000" dirty="0" err="1"/>
              <a:t>Youtube</a:t>
            </a:r>
            <a:r>
              <a:rPr lang="en-US" sz="2000" dirty="0"/>
              <a:t> Studio, Visual Studio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Hardware Used: Phone Camera, Microphone, Personal Laptop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Compression is done using the VN app using app’s default algorithm.</a:t>
            </a:r>
          </a:p>
        </p:txBody>
      </p:sp>
    </p:spTree>
    <p:extLst>
      <p:ext uri="{BB962C8B-B14F-4D97-AF65-F5344CB8AC3E}">
        <p14:creationId xmlns:p14="http://schemas.microsoft.com/office/powerpoint/2010/main" val="130647605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289E5-BEBC-1C12-2F1C-FB0588235742}"/>
              </a:ext>
            </a:extLst>
          </p:cNvPr>
          <p:cNvSpPr txBox="1"/>
          <p:nvPr/>
        </p:nvSpPr>
        <p:spPr>
          <a:xfrm>
            <a:off x="307910" y="270588"/>
            <a:ext cx="117099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</a:t>
            </a:r>
            <a:r>
              <a:rPr lang="en-US" sz="3200" u="sng" dirty="0"/>
              <a:t>VIDEO PRESENTATION</a:t>
            </a:r>
          </a:p>
          <a:p>
            <a:endParaRPr lang="en-US" sz="3200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8AA77-A0D2-95CA-0BE9-B868F0E5ED06}"/>
              </a:ext>
            </a:extLst>
          </p:cNvPr>
          <p:cNvSpPr txBox="1"/>
          <p:nvPr/>
        </p:nvSpPr>
        <p:spPr>
          <a:xfrm>
            <a:off x="2696548" y="4760050"/>
            <a:ext cx="720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Link- </a:t>
            </a:r>
            <a:r>
              <a:rPr lang="en-US" u="sng" dirty="0">
                <a:solidFill>
                  <a:srgbClr val="00B0F0"/>
                </a:solidFill>
              </a:rPr>
              <a:t>https://www.youtube.com/watch?v=WBVuzWo94o4</a:t>
            </a:r>
          </a:p>
        </p:txBody>
      </p:sp>
      <p:pic>
        <p:nvPicPr>
          <p:cNvPr id="3" name="Online Media 2" title="Video Curriculum | SAURAV ANAND | UNIPV- 2023">
            <a:hlinkClick r:id="" action="ppaction://media"/>
            <a:extLst>
              <a:ext uri="{FF2B5EF4-FFF2-40B4-BE49-F238E27FC236}">
                <a16:creationId xmlns:a16="http://schemas.microsoft.com/office/drawing/2014/main" id="{099401DF-EAF2-ABB6-DAF8-1EF9D23261B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015861" y="1297195"/>
            <a:ext cx="5126103" cy="289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531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8DFEC-C617-1E86-A27A-A77D4AC20EE2}"/>
              </a:ext>
            </a:extLst>
          </p:cNvPr>
          <p:cNvSpPr txBox="1"/>
          <p:nvPr/>
        </p:nvSpPr>
        <p:spPr>
          <a:xfrm>
            <a:off x="223935" y="251927"/>
            <a:ext cx="1173791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			                     </a:t>
            </a:r>
            <a:r>
              <a:rPr lang="en-US" sz="2500" u="sng" dirty="0"/>
              <a:t>Conclusion</a:t>
            </a:r>
          </a:p>
          <a:p>
            <a:endParaRPr lang="en-US" sz="2200" u="sng" dirty="0"/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Learned about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WBS,GANTT, SWOT, RISK Chart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Tools for Video Editing and Chart 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Helped to speak Infront of Camera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Assessment will help for Interviews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u="sng" dirty="0"/>
          </a:p>
        </p:txBody>
      </p:sp>
    </p:spTree>
    <p:extLst>
      <p:ext uri="{BB962C8B-B14F-4D97-AF65-F5344CB8AC3E}">
        <p14:creationId xmlns:p14="http://schemas.microsoft.com/office/powerpoint/2010/main" val="335710817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E5E57-C321-A8EA-7969-A5BE77E95CB3}"/>
              </a:ext>
            </a:extLst>
          </p:cNvPr>
          <p:cNvSpPr txBox="1"/>
          <p:nvPr/>
        </p:nvSpPr>
        <p:spPr>
          <a:xfrm>
            <a:off x="3163077" y="2105561"/>
            <a:ext cx="62235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8215204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546</TotalTime>
  <Words>555</Words>
  <Application>Microsoft Office PowerPoint</Application>
  <PresentationFormat>Widescreen</PresentationFormat>
  <Paragraphs>167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Bahnschrift SemiBold</vt:lpstr>
      <vt:lpstr>Gill Sans MT</vt:lpstr>
      <vt:lpstr>Molle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RISK ASSESEMENT MATRIX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SAURAV ANAND</dc:creator>
  <cp:lastModifiedBy>SAURAV ANAND</cp:lastModifiedBy>
  <cp:revision>81</cp:revision>
  <dcterms:created xsi:type="dcterms:W3CDTF">2023-05-09T08:00:33Z</dcterms:created>
  <dcterms:modified xsi:type="dcterms:W3CDTF">2023-05-19T21:38:14Z</dcterms:modified>
</cp:coreProperties>
</file>